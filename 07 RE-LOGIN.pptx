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86C-4426-46DB-B97E-F7DCEC8F379D}" type="datetimeFigureOut">
              <a:rPr lang="en-US" smtClean="0"/>
              <a:t>4/19/2017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AD9E-1A63-4F55-B1EF-2587670B1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8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86C-4426-46DB-B97E-F7DCEC8F379D}" type="datetimeFigureOut">
              <a:rPr lang="en-US" smtClean="0"/>
              <a:t>4/19/2017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AD9E-1A63-4F55-B1EF-2587670B1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50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86C-4426-46DB-B97E-F7DCEC8F379D}" type="datetimeFigureOut">
              <a:rPr lang="en-US" smtClean="0"/>
              <a:t>4/19/2017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AD9E-1A63-4F55-B1EF-2587670B1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61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86C-4426-46DB-B97E-F7DCEC8F379D}" type="datetimeFigureOut">
              <a:rPr lang="en-US" smtClean="0"/>
              <a:t>4/19/2017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AD9E-1A63-4F55-B1EF-2587670B1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0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86C-4426-46DB-B97E-F7DCEC8F379D}" type="datetimeFigureOut">
              <a:rPr lang="en-US" smtClean="0"/>
              <a:t>4/19/2017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AD9E-1A63-4F55-B1EF-2587670B1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410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86C-4426-46DB-B97E-F7DCEC8F379D}" type="datetimeFigureOut">
              <a:rPr lang="en-US" smtClean="0"/>
              <a:t>4/19/2017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AD9E-1A63-4F55-B1EF-2587670B1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7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86C-4426-46DB-B97E-F7DCEC8F379D}" type="datetimeFigureOut">
              <a:rPr lang="en-US" smtClean="0"/>
              <a:t>4/19/2017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AD9E-1A63-4F55-B1EF-2587670B1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61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86C-4426-46DB-B97E-F7DCEC8F379D}" type="datetimeFigureOut">
              <a:rPr lang="en-US" smtClean="0"/>
              <a:t>4/19/2017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AD9E-1A63-4F55-B1EF-2587670B1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04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86C-4426-46DB-B97E-F7DCEC8F379D}" type="datetimeFigureOut">
              <a:rPr lang="en-US" smtClean="0"/>
              <a:t>4/19/2017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AD9E-1A63-4F55-B1EF-2587670B1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9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86C-4426-46DB-B97E-F7DCEC8F379D}" type="datetimeFigureOut">
              <a:rPr lang="en-US" smtClean="0"/>
              <a:t>4/19/2017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AD9E-1A63-4F55-B1EF-2587670B1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63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E86C-4426-46DB-B97E-F7DCEC8F379D}" type="datetimeFigureOut">
              <a:rPr lang="en-US" smtClean="0"/>
              <a:t>4/19/2017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6AD9E-1A63-4F55-B1EF-2587670B1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7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DE86C-4426-46DB-B97E-F7DCEC8F379D}" type="datetimeFigureOut">
              <a:rPr lang="en-US" smtClean="0"/>
              <a:t>4/19/2017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6AD9E-1A63-4F55-B1EF-2587670B1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5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tworld.com/article/2832447/development/how-to-create-a-session-timeout-warning-for-your-web-application-using-jquery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RE-LOGIN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dirty="0" smtClean="0"/>
              <a:t>How to enable continuation of a web based session after it has expired.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34674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Expiration Warning 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 smtClean="0">
                <a:hlinkClick r:id="rId2"/>
              </a:rPr>
              <a:t>http://www.itworld.com/article/2832447/development/how-to-create-a-session-timeout-warning-for-your-web-application-using-jquery.html</a:t>
            </a:r>
            <a:endParaRPr lang="en-US" sz="3600" dirty="0" smtClean="0"/>
          </a:p>
          <a:p>
            <a:r>
              <a:rPr lang="en-US" sz="3600" dirty="0" smtClean="0"/>
              <a:t>Requires a knowledge of JavaScript and either jQuery, ASP or PHP in order to properly integrate it into your site. </a:t>
            </a:r>
          </a:p>
          <a:p>
            <a:r>
              <a:rPr lang="en-US" sz="3600" b="1" dirty="0" smtClean="0"/>
              <a:t>Does not solve the problem </a:t>
            </a:r>
            <a:r>
              <a:rPr lang="en-US" sz="3600" dirty="0" smtClean="0"/>
              <a:t>when someone isn’t present for the warning.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74347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RE-LOGIN Solves the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sz="3600" dirty="0" smtClean="0"/>
              <a:t>Allows the user to re-authenticate and </a:t>
            </a:r>
            <a:r>
              <a:rPr lang="en-US" sz="3600" b="1" dirty="0" smtClean="0"/>
              <a:t>continue where they left off.</a:t>
            </a:r>
          </a:p>
          <a:p>
            <a:r>
              <a:rPr lang="en-US" sz="3600" dirty="0" smtClean="0"/>
              <a:t>Re-Authentication is simplified – password only.</a:t>
            </a:r>
          </a:p>
          <a:p>
            <a:r>
              <a:rPr lang="en-US" sz="3600" dirty="0" smtClean="0"/>
              <a:t>You can have a short expiration (e.g. 10 minutes) but provide a long period wherein the user can re-authenticate to continue.</a:t>
            </a:r>
          </a:p>
          <a:p>
            <a:r>
              <a:rPr lang="en-US" sz="3600" dirty="0" smtClean="0"/>
              <a:t>HPPA requires a timeout of 20 minutes or less.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64277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Complex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Multiple tabs can use the same cookie.</a:t>
            </a:r>
          </a:p>
          <a:p>
            <a:r>
              <a:rPr lang="en-US" sz="3600" dirty="0" smtClean="0"/>
              <a:t>The user’s back button can relocate the user to settings with different parameters and different environment settings. </a:t>
            </a:r>
          </a:p>
          <a:p>
            <a:r>
              <a:rPr lang="en-US" sz="3600" dirty="0" smtClean="0"/>
              <a:t>Multiple browsers have different caching policies. </a:t>
            </a:r>
          </a:p>
          <a:p>
            <a:r>
              <a:rPr lang="en-US" sz="3600" dirty="0" smtClean="0"/>
              <a:t>Caching can prevent server timer updates.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5754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BR Web Server Does It 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600" dirty="0" smtClean="0"/>
          </a:p>
          <a:p>
            <a:r>
              <a:rPr lang="en-US" sz="3600" dirty="0" smtClean="0"/>
              <a:t>You specify in the INI file the amount of time after expiration whereby you will permit re-authentication:</a:t>
            </a:r>
            <a:endParaRPr lang="en-US" sz="3600" dirty="0"/>
          </a:p>
          <a:p>
            <a:pPr marL="0" indent="0">
              <a:buNone/>
            </a:pPr>
            <a:r>
              <a:rPr lang="en-US" sz="3600" dirty="0" smtClean="0">
                <a:solidFill>
                  <a:srgbClr val="002060"/>
                </a:solidFill>
              </a:rPr>
              <a:t>  - </a:t>
            </a:r>
            <a:r>
              <a:rPr lang="en-US" sz="3200" dirty="0" smtClean="0">
                <a:solidFill>
                  <a:srgbClr val="002060"/>
                </a:solidFill>
              </a:rPr>
              <a:t>RELOGIN_MINUTES</a:t>
            </a:r>
            <a:r>
              <a:rPr lang="en-US" sz="3200" dirty="0">
                <a:solidFill>
                  <a:srgbClr val="002060"/>
                </a:solidFill>
              </a:rPr>
              <a:t>= Number of minutes to allow a </a:t>
            </a:r>
            <a:r>
              <a:rPr lang="en-US" sz="3200" dirty="0" err="1" smtClean="0">
                <a:solidFill>
                  <a:srgbClr val="002060"/>
                </a:solidFill>
              </a:rPr>
              <a:t>relogin</a:t>
            </a:r>
            <a:r>
              <a:rPr lang="en-US" sz="3200" dirty="0" smtClean="0">
                <a:solidFill>
                  <a:srgbClr val="002060"/>
                </a:solidFill>
              </a:rPr>
              <a:t>.</a:t>
            </a:r>
          </a:p>
          <a:p>
            <a:r>
              <a:rPr lang="en-US" sz="3600" dirty="0" smtClean="0"/>
              <a:t>The BR </a:t>
            </a:r>
            <a:r>
              <a:rPr lang="en-US" sz="3600" dirty="0"/>
              <a:t>W</a:t>
            </a:r>
            <a:r>
              <a:rPr lang="en-US" sz="3600" dirty="0" smtClean="0"/>
              <a:t>eb Server does the rest.</a:t>
            </a:r>
          </a:p>
          <a:p>
            <a:r>
              <a:rPr lang="en-US" sz="3600" dirty="0" smtClean="0"/>
              <a:t>Application transparent so long as the application itself has no time constraints.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03929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Unique to the BR Web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4400" dirty="0" smtClean="0"/>
          </a:p>
          <a:p>
            <a:r>
              <a:rPr lang="en-US" sz="4400" dirty="0" smtClean="0"/>
              <a:t>New concept – not in use today.</a:t>
            </a:r>
          </a:p>
          <a:p>
            <a:endParaRPr lang="en-US" sz="4400" dirty="0" smtClean="0"/>
          </a:p>
          <a:p>
            <a:r>
              <a:rPr lang="en-US" sz="4400" dirty="0" smtClean="0"/>
              <a:t>One more innovation in the BR tradition of simplified programming.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79347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238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RE-LOGIN</vt:lpstr>
      <vt:lpstr>Expiration Warning Script</vt:lpstr>
      <vt:lpstr>RE-LOGIN Solves the Problem</vt:lpstr>
      <vt:lpstr>Complex Problem</vt:lpstr>
      <vt:lpstr>BR Web Server Does It All</vt:lpstr>
      <vt:lpstr>Unique to the BR Web Server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RE-LOGIN</dc:title>
  <dc:creator>Gordon Dye</dc:creator>
  <cp:lastModifiedBy>Gordon Dye</cp:lastModifiedBy>
  <cp:revision>6</cp:revision>
  <dcterms:created xsi:type="dcterms:W3CDTF">2017-04-19T18:53:00Z</dcterms:created>
  <dcterms:modified xsi:type="dcterms:W3CDTF">2017-04-19T19:50:18Z</dcterms:modified>
</cp:coreProperties>
</file>